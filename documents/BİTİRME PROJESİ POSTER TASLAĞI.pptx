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sldIdLst>
    <p:sldId id="256" r:id="rId5"/>
  </p:sldIdLst>
  <p:sldSz cx="32918400" cy="43891200"/>
  <p:notesSz cx="6858000" cy="9144000"/>
  <p:embeddedFontLst>
    <p:embeddedFont>
      <p:font typeface="Amaranth" panose="020B0604020202020204" charset="-94"/>
      <p:regular r:id="rId6"/>
    </p:embeddedFont>
    <p:embeddedFont>
      <p:font typeface="Montserrat Light" panose="00000400000000000000" pitchFamily="2" charset="-94"/>
      <p:regular r:id="rId7"/>
      <p:italic r:id="rId8"/>
    </p:embeddedFont>
    <p:embeddedFont>
      <p:font typeface="Tahoma" panose="020B0604030504040204" pitchFamily="34" charset="0"/>
      <p:regular r:id="rId9"/>
      <p:bold r:id="rId10"/>
    </p:embeddedFont>
    <p:embeddedFont>
      <p:font typeface="Titillium Web" panose="00000500000000000000" pitchFamily="2" charset="-94"/>
      <p:regular r:id="rId11"/>
      <p:bold r:id="rId12"/>
      <p:italic r:id="rId13"/>
      <p:boldItalic r:id="rId14"/>
    </p:embeddedFont>
  </p:embeddedFontLst>
  <p:custDataLst>
    <p:tags r:id="rId15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4500" kern="1200">
        <a:solidFill>
          <a:schemeClr val="tx1"/>
        </a:solidFill>
        <a:latin typeface="Arial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4500" kern="1200">
        <a:solidFill>
          <a:schemeClr val="tx1"/>
        </a:solidFill>
        <a:latin typeface="Arial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4500" kern="1200">
        <a:solidFill>
          <a:schemeClr val="tx1"/>
        </a:solidFill>
        <a:latin typeface="Arial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4500" kern="1200">
        <a:solidFill>
          <a:schemeClr val="tx1"/>
        </a:solidFill>
        <a:latin typeface="Arial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4500" kern="1200">
        <a:solidFill>
          <a:schemeClr val="tx1"/>
        </a:solidFill>
        <a:latin typeface="Arial"/>
        <a:ea typeface="+mn-ea"/>
        <a:cs typeface="+mn-cs"/>
      </a:defRPr>
    </a:lvl5pPr>
    <a:lvl6pPr marL="2286000" algn="l" defTabSz="914400" rtl="0" eaLnBrk="1" latinLnBrk="0" hangingPunct="1">
      <a:defRPr sz="4500" kern="1200">
        <a:solidFill>
          <a:schemeClr val="tx1"/>
        </a:solidFill>
        <a:latin typeface="Arial"/>
        <a:ea typeface="+mn-ea"/>
        <a:cs typeface="+mn-cs"/>
      </a:defRPr>
    </a:lvl6pPr>
    <a:lvl7pPr marL="2743200" algn="l" defTabSz="914400" rtl="0" eaLnBrk="1" latinLnBrk="0" hangingPunct="1">
      <a:defRPr sz="4500" kern="1200">
        <a:solidFill>
          <a:schemeClr val="tx1"/>
        </a:solidFill>
        <a:latin typeface="Arial"/>
        <a:ea typeface="+mn-ea"/>
        <a:cs typeface="+mn-cs"/>
      </a:defRPr>
    </a:lvl7pPr>
    <a:lvl8pPr marL="3200400" algn="l" defTabSz="914400" rtl="0" eaLnBrk="1" latinLnBrk="0" hangingPunct="1">
      <a:defRPr sz="4500" kern="1200">
        <a:solidFill>
          <a:schemeClr val="tx1"/>
        </a:solidFill>
        <a:latin typeface="Arial"/>
        <a:ea typeface="+mn-ea"/>
        <a:cs typeface="+mn-cs"/>
      </a:defRPr>
    </a:lvl8pPr>
    <a:lvl9pPr marL="3657600" algn="l" defTabSz="914400" rtl="0" eaLnBrk="1" latinLnBrk="0" hangingPunct="1">
      <a:defRPr sz="4500" kern="1200">
        <a:solidFill>
          <a:schemeClr val="tx1"/>
        </a:solidFill>
        <a:latin typeface="Arial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24" userDrawn="1">
          <p15:clr>
            <a:srgbClr val="A4A3A4"/>
          </p15:clr>
        </p15:guide>
        <p15:guide id="2" pos="103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>
        <p:scale>
          <a:sx n="25" d="100"/>
          <a:sy n="25" d="100"/>
        </p:scale>
        <p:origin x="1651" y="-1877"/>
      </p:cViewPr>
      <p:guideLst>
        <p:guide orient="horz" pos="13824"/>
        <p:guide pos="10368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slide" Target="slides/slide1.xml"/><Relationship Id="rId15" Type="http://schemas.openxmlformats.org/officeDocument/2006/relationships/tags" Target="tags/tag1.xml"/><Relationship Id="rId10" Type="http://schemas.openxmlformats.org/officeDocument/2006/relationships/font" Target="fonts/font5.fntdata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4.fntdata"/><Relationship Id="rId14" Type="http://schemas.openxmlformats.org/officeDocument/2006/relationships/font" Target="fonts/font9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9356" y="13635568"/>
            <a:ext cx="27979688" cy="9406467"/>
          </a:xfrm>
        </p:spPr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7523" y="24870834"/>
            <a:ext cx="23043356" cy="11218333"/>
          </a:xfrm>
        </p:spPr>
        <p:txBody>
          <a:bodyPr/>
          <a:lstStyle>
            <a:defPPr>
              <a:defRPr kern="1200"/>
            </a:defPPr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9781D505-ABFC-493F-8858-9F27839AE9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12307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ACFDBA80-68C6-4586-92A4-5A3F769223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61068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0325" y="28204585"/>
            <a:ext cx="27980878" cy="8716433"/>
          </a:xfrm>
        </p:spPr>
        <p:txBody>
          <a:bodyPr anchor="t"/>
          <a:lstStyle>
            <a:defPPr>
              <a:defRPr kern="1200"/>
            </a:defPPr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0325" y="18603384"/>
            <a:ext cx="27980878" cy="9601200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317CCD47-6DB2-4B8A-910F-EAB6C45869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51605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45444" y="10240434"/>
            <a:ext cx="14756606" cy="28968700"/>
          </a:xfrm>
        </p:spPr>
        <p:txBody>
          <a:bodyPr/>
          <a:lstStyle>
            <a:defPPr>
              <a:defRPr kern="1200"/>
            </a:defPPr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516352" y="10240434"/>
            <a:ext cx="14756606" cy="28968700"/>
          </a:xfrm>
        </p:spPr>
        <p:txBody>
          <a:bodyPr/>
          <a:lstStyle>
            <a:defPPr>
              <a:defRPr kern="1200"/>
            </a:defPPr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E7618C69-F50A-4456-BD00-30C7E97809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890595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444" y="9825568"/>
            <a:ext cx="14544675" cy="4093633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444" y="13919200"/>
            <a:ext cx="14544675" cy="25287816"/>
          </a:xfrm>
        </p:spPr>
        <p:txBody>
          <a:bodyPr/>
          <a:lstStyle>
            <a:defPPr>
              <a:defRPr kern="1200"/>
            </a:defPPr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2328" y="9825568"/>
            <a:ext cx="14550630" cy="4093633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2328" y="13919200"/>
            <a:ext cx="14550630" cy="25287816"/>
          </a:xfrm>
        </p:spPr>
        <p:txBody>
          <a:bodyPr/>
          <a:lstStyle>
            <a:defPPr>
              <a:defRPr kern="1200"/>
            </a:defPPr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41BE4E77-EB76-40B2-97CB-56BAD62ADA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889009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AFD85181-2ED8-4C66-A6CF-2048952760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447409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FD4797FD-DFC2-4481-9B76-E30C0158C4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395009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444" y="1748367"/>
            <a:ext cx="10829925" cy="7435851"/>
          </a:xfrm>
        </p:spPr>
        <p:txBody>
          <a:bodyPr anchor="b"/>
          <a:lstStyle>
            <a:defPPr>
              <a:defRPr kern="1200"/>
            </a:defPPr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656" y="1748367"/>
            <a:ext cx="18402300" cy="37458650"/>
          </a:xfrm>
        </p:spPr>
        <p:txBody>
          <a:bodyPr/>
          <a:lstStyle>
            <a:defPPr>
              <a:defRPr kern="1200"/>
            </a:defPPr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444" y="9184217"/>
            <a:ext cx="10829925" cy="30022800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222DDFC5-19EE-4BC8-86F5-BE1753B3A4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96738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1997" y="30723418"/>
            <a:ext cx="19751280" cy="3627967"/>
          </a:xfrm>
        </p:spPr>
        <p:txBody>
          <a:bodyPr anchor="b"/>
          <a:lstStyle>
            <a:defPPr>
              <a:defRPr kern="1200"/>
            </a:defPPr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1997" y="3922184"/>
            <a:ext cx="19751280" cy="26333450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1997" y="34351385"/>
            <a:ext cx="19751280" cy="5149849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A9B3B4E7-A2BC-4B2C-8917-8370A599FB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406098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620C972F-CE89-4882-8841-5E4EC18666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77124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866080" y="1756834"/>
            <a:ext cx="7406878" cy="37452300"/>
          </a:xfrm>
        </p:spPr>
        <p:txBody>
          <a:bodyPr vert="eaVert"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45444" y="1756834"/>
            <a:ext cx="22106334" cy="37452300"/>
          </a:xfrm>
        </p:spPr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67478B96-C558-46F3-BF4C-CB626F7BF5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17945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645444" y="1756833"/>
            <a:ext cx="29627512" cy="731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9" tIns="235130" rIns="470259" bIns="235130" anchor="ctr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645444" y="10240434"/>
            <a:ext cx="29627512" cy="2896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9" tIns="235130" rIns="470259" bIns="235130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645444" y="39971132"/>
            <a:ext cx="7681913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9" tIns="235130" rIns="470259" bIns="235130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3527822">
              <a:defRPr sz="5475" smtClean="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1246644" y="39971132"/>
            <a:ext cx="10425113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9" tIns="235130" rIns="470259" bIns="235130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ctr" defTabSz="3527822">
              <a:defRPr sz="5475" smtClean="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3591044" y="39971132"/>
            <a:ext cx="7681913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9" tIns="235130" rIns="470259" bIns="235130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3527822">
              <a:defRPr sz="5475" smtClean="0">
                <a:latin typeface="Arial" pitchFamily="34" charset="0"/>
              </a:defRPr>
            </a:lvl1pPr>
          </a:lstStyle>
          <a:p>
            <a:pPr>
              <a:defRPr/>
            </a:pPr>
            <a:fld id="{16CEF5F2-27D4-42FE-9AE6-E7F0659E0B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31" name="New picture"/>
          <p:cNvPicPr/>
          <p:nvPr/>
        </p:nvPicPr>
        <p:blipFill>
          <a:blip r:embed="rId13"/>
          <a:stretch>
            <a:fillRect/>
          </a:stretch>
        </p:blipFill>
        <p:spPr>
          <a:xfrm rot="16200000">
            <a:off x="-11074400" y="21945600"/>
            <a:ext cx="14274800" cy="3937000"/>
          </a:xfrm>
          <a:prstGeom prst="rect">
            <a:avLst/>
          </a:prstGeom>
        </p:spPr>
      </p:pic>
      <p:pic>
        <p:nvPicPr>
          <p:cNvPr id="1032" name="New picture"/>
          <p:cNvPicPr/>
          <p:nvPr/>
        </p:nvPicPr>
        <p:blipFill>
          <a:blip r:embed="rId13"/>
          <a:stretch>
            <a:fillRect/>
          </a:stretch>
        </p:blipFill>
        <p:spPr>
          <a:xfrm rot="5400000">
            <a:off x="29718000" y="21945600"/>
            <a:ext cx="14274800" cy="3937000"/>
          </a:xfrm>
          <a:prstGeom prst="rect">
            <a:avLst/>
          </a:prstGeom>
        </p:spPr>
      </p:pic>
      <p:pic>
        <p:nvPicPr>
          <p:cNvPr id="1033" name="New picture"/>
          <p:cNvPicPr/>
          <p:nvPr/>
        </p:nvPicPr>
        <p:blipFill>
          <a:blip r:embed="rId14"/>
          <a:stretch>
            <a:fillRect/>
          </a:stretch>
        </p:blipFill>
        <p:spPr>
          <a:xfrm>
            <a:off x="1460500" y="44399200"/>
            <a:ext cx="29997400" cy="1447800"/>
          </a:xfrm>
          <a:prstGeom prst="rect">
            <a:avLst/>
          </a:prstGeom>
        </p:spPr>
      </p:pic>
      <p:sp>
        <p:nvSpPr>
          <p:cNvPr id="1034" name="New shape"/>
          <p:cNvSpPr/>
          <p:nvPr/>
        </p:nvSpPr>
        <p:spPr>
          <a:xfrm>
            <a:off x="1460500" y="44970700"/>
            <a:ext cx="16459200" cy="127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4560">
                <a:solidFill>
                  <a:srgbClr val="808080"/>
                </a:solidFill>
              </a:rPr>
              <a:t>Template ID: debatingdenim  Size: 36x48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defPPr>
        <a:defRPr kern="1200"/>
      </a:defPPr>
      <a:lvl1pPr algn="ctr" defTabSz="3527822" rtl="0" eaLnBrk="0" fontAlgn="base" hangingPunct="0">
        <a:spcBef>
          <a:spcPct val="0"/>
        </a:spcBef>
        <a:spcAft>
          <a:spcPct val="0"/>
        </a:spcAft>
        <a:defRPr sz="17100">
          <a:solidFill>
            <a:schemeClr val="tx2"/>
          </a:solidFill>
          <a:latin typeface="+mj-lt"/>
          <a:ea typeface="+mj-ea"/>
          <a:cs typeface="+mj-cs"/>
        </a:defRPr>
      </a:lvl1pPr>
      <a:lvl2pPr algn="ctr" defTabSz="3527822" rtl="0" eaLnBrk="0" fontAlgn="base" hangingPunct="0">
        <a:spcBef>
          <a:spcPct val="0"/>
        </a:spcBef>
        <a:spcAft>
          <a:spcPct val="0"/>
        </a:spcAft>
        <a:defRPr sz="17100">
          <a:solidFill>
            <a:schemeClr val="tx2"/>
          </a:solidFill>
          <a:latin typeface="Arial" pitchFamily="34" charset="0"/>
        </a:defRPr>
      </a:lvl2pPr>
      <a:lvl3pPr algn="ctr" defTabSz="3527822" rtl="0" eaLnBrk="0" fontAlgn="base" hangingPunct="0">
        <a:spcBef>
          <a:spcPct val="0"/>
        </a:spcBef>
        <a:spcAft>
          <a:spcPct val="0"/>
        </a:spcAft>
        <a:defRPr sz="17100">
          <a:solidFill>
            <a:schemeClr val="tx2"/>
          </a:solidFill>
          <a:latin typeface="Arial" pitchFamily="34" charset="0"/>
        </a:defRPr>
      </a:lvl3pPr>
      <a:lvl4pPr algn="ctr" defTabSz="3527822" rtl="0" eaLnBrk="0" fontAlgn="base" hangingPunct="0">
        <a:spcBef>
          <a:spcPct val="0"/>
        </a:spcBef>
        <a:spcAft>
          <a:spcPct val="0"/>
        </a:spcAft>
        <a:defRPr sz="17100">
          <a:solidFill>
            <a:schemeClr val="tx2"/>
          </a:solidFill>
          <a:latin typeface="Arial" pitchFamily="34" charset="0"/>
        </a:defRPr>
      </a:lvl4pPr>
      <a:lvl5pPr algn="ctr" defTabSz="3527822" rtl="0" eaLnBrk="0" fontAlgn="base" hangingPunct="0">
        <a:spcBef>
          <a:spcPct val="0"/>
        </a:spcBef>
        <a:spcAft>
          <a:spcPct val="0"/>
        </a:spcAft>
        <a:defRPr sz="17100">
          <a:solidFill>
            <a:schemeClr val="tx2"/>
          </a:solidFill>
          <a:latin typeface="Arial" pitchFamily="34" charset="0"/>
        </a:defRPr>
      </a:lvl5pPr>
      <a:lvl6pPr marL="342900" algn="ctr" defTabSz="3527822" rtl="0" fontAlgn="base">
        <a:spcBef>
          <a:spcPct val="0"/>
        </a:spcBef>
        <a:spcAft>
          <a:spcPct val="0"/>
        </a:spcAft>
        <a:defRPr sz="17100">
          <a:solidFill>
            <a:schemeClr val="tx2"/>
          </a:solidFill>
          <a:latin typeface="Arial" pitchFamily="34" charset="0"/>
        </a:defRPr>
      </a:lvl6pPr>
      <a:lvl7pPr marL="685800" algn="ctr" defTabSz="3527822" rtl="0" fontAlgn="base">
        <a:spcBef>
          <a:spcPct val="0"/>
        </a:spcBef>
        <a:spcAft>
          <a:spcPct val="0"/>
        </a:spcAft>
        <a:defRPr sz="17100">
          <a:solidFill>
            <a:schemeClr val="tx2"/>
          </a:solidFill>
          <a:latin typeface="Arial" pitchFamily="34" charset="0"/>
        </a:defRPr>
      </a:lvl7pPr>
      <a:lvl8pPr marL="1028700" algn="ctr" defTabSz="3527822" rtl="0" fontAlgn="base">
        <a:spcBef>
          <a:spcPct val="0"/>
        </a:spcBef>
        <a:spcAft>
          <a:spcPct val="0"/>
        </a:spcAft>
        <a:defRPr sz="17100">
          <a:solidFill>
            <a:schemeClr val="tx2"/>
          </a:solidFill>
          <a:latin typeface="Arial" pitchFamily="34" charset="0"/>
        </a:defRPr>
      </a:lvl8pPr>
      <a:lvl9pPr marL="1371600" algn="ctr" defTabSz="3527822" rtl="0" fontAlgn="base">
        <a:spcBef>
          <a:spcPct val="0"/>
        </a:spcBef>
        <a:spcAft>
          <a:spcPct val="0"/>
        </a:spcAft>
        <a:defRPr sz="17100">
          <a:solidFill>
            <a:schemeClr val="tx2"/>
          </a:solidFill>
          <a:latin typeface="Arial" pitchFamily="34" charset="0"/>
        </a:defRPr>
      </a:lvl9pPr>
    </p:titleStyle>
    <p:bodyStyle>
      <a:defPPr>
        <a:defRPr kern="1200"/>
      </a:defPPr>
      <a:lvl1pPr marL="1325166" indent="-1325166" algn="l" defTabSz="3527822" rtl="0" eaLnBrk="0" fontAlgn="base" hangingPunct="0">
        <a:spcBef>
          <a:spcPct val="20000"/>
        </a:spcBef>
        <a:spcAft>
          <a:spcPct val="0"/>
        </a:spcAft>
        <a:buChar char="•"/>
        <a:defRPr sz="12300">
          <a:solidFill>
            <a:schemeClr val="tx1"/>
          </a:solidFill>
          <a:latin typeface="+mn-lt"/>
          <a:ea typeface="+mn-ea"/>
          <a:cs typeface="+mn-cs"/>
        </a:defRPr>
      </a:lvl1pPr>
      <a:lvl2pPr marL="2867025" indent="-1103710" algn="l" defTabSz="3527822" rtl="0" eaLnBrk="0" fontAlgn="base" hangingPunct="0">
        <a:spcBef>
          <a:spcPct val="20000"/>
        </a:spcBef>
        <a:spcAft>
          <a:spcPct val="0"/>
        </a:spcAft>
        <a:buChar char="–"/>
        <a:defRPr sz="10800">
          <a:solidFill>
            <a:schemeClr val="tx1"/>
          </a:solidFill>
          <a:latin typeface="+mn-lt"/>
        </a:defRPr>
      </a:lvl2pPr>
      <a:lvl3pPr marL="4410075" indent="-882254" algn="l" defTabSz="3527822" rtl="0" eaLnBrk="0" fontAlgn="base" hangingPunct="0">
        <a:spcBef>
          <a:spcPct val="20000"/>
        </a:spcBef>
        <a:spcAft>
          <a:spcPct val="0"/>
        </a:spcAft>
        <a:buChar char="•"/>
        <a:defRPr sz="9300">
          <a:solidFill>
            <a:schemeClr val="tx1"/>
          </a:solidFill>
          <a:latin typeface="+mn-lt"/>
        </a:defRPr>
      </a:lvl3pPr>
      <a:lvl4pPr marL="6172200" indent="-881063" algn="l" defTabSz="3527822" rtl="0" eaLnBrk="0" fontAlgn="base" hangingPunct="0">
        <a:spcBef>
          <a:spcPct val="20000"/>
        </a:spcBef>
        <a:spcAft>
          <a:spcPct val="0"/>
        </a:spcAft>
        <a:buChar char="–"/>
        <a:defRPr sz="7800">
          <a:solidFill>
            <a:schemeClr val="tx1"/>
          </a:solidFill>
          <a:latin typeface="+mn-lt"/>
        </a:defRPr>
      </a:lvl4pPr>
      <a:lvl5pPr marL="7935516" indent="-882254" algn="l" defTabSz="3527822" rtl="0" eaLnBrk="0" fontAlgn="base" hangingPunct="0">
        <a:spcBef>
          <a:spcPct val="20000"/>
        </a:spcBef>
        <a:spcAft>
          <a:spcPct val="0"/>
        </a:spcAft>
        <a:buChar char="»"/>
        <a:defRPr sz="7800">
          <a:solidFill>
            <a:schemeClr val="tx1"/>
          </a:solidFill>
          <a:latin typeface="+mn-lt"/>
        </a:defRPr>
      </a:lvl5pPr>
      <a:lvl6pPr marL="8278416" indent="-882254" algn="l" defTabSz="3527822" rtl="0" fontAlgn="base">
        <a:spcBef>
          <a:spcPct val="20000"/>
        </a:spcBef>
        <a:spcAft>
          <a:spcPct val="0"/>
        </a:spcAft>
        <a:buChar char="»"/>
        <a:defRPr sz="7800">
          <a:solidFill>
            <a:schemeClr val="tx1"/>
          </a:solidFill>
          <a:latin typeface="+mn-lt"/>
        </a:defRPr>
      </a:lvl6pPr>
      <a:lvl7pPr marL="8621316" indent="-882254" algn="l" defTabSz="3527822" rtl="0" fontAlgn="base">
        <a:spcBef>
          <a:spcPct val="20000"/>
        </a:spcBef>
        <a:spcAft>
          <a:spcPct val="0"/>
        </a:spcAft>
        <a:buChar char="»"/>
        <a:defRPr sz="7800">
          <a:solidFill>
            <a:schemeClr val="tx1"/>
          </a:solidFill>
          <a:latin typeface="+mn-lt"/>
        </a:defRPr>
      </a:lvl7pPr>
      <a:lvl8pPr marL="8964216" indent="-882254" algn="l" defTabSz="3527822" rtl="0" fontAlgn="base">
        <a:spcBef>
          <a:spcPct val="20000"/>
        </a:spcBef>
        <a:spcAft>
          <a:spcPct val="0"/>
        </a:spcAft>
        <a:buChar char="»"/>
        <a:defRPr sz="7800">
          <a:solidFill>
            <a:schemeClr val="tx1"/>
          </a:solidFill>
          <a:latin typeface="+mn-lt"/>
        </a:defRPr>
      </a:lvl8pPr>
      <a:lvl9pPr marL="9307116" indent="-882254" algn="l" defTabSz="3527822" rtl="0" fontAlgn="base">
        <a:spcBef>
          <a:spcPct val="20000"/>
        </a:spcBef>
        <a:spcAft>
          <a:spcPct val="0"/>
        </a:spcAft>
        <a:buChar char="»"/>
        <a:defRPr sz="78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4"/>
          <p:cNvSpPr>
            <a:spLocks noChangeArrowheads="1"/>
          </p:cNvSpPr>
          <p:nvPr/>
        </p:nvSpPr>
        <p:spPr bwMode="auto">
          <a:xfrm>
            <a:off x="400050" y="381000"/>
            <a:ext cx="32118300" cy="4518373"/>
          </a:xfrm>
          <a:prstGeom prst="roundRect">
            <a:avLst/>
          </a:prstGeom>
          <a:solidFill>
            <a:srgbClr val="2A4A70"/>
          </a:solidFill>
          <a:ln>
            <a:noFill/>
          </a:ln>
        </p:spPr>
        <p:txBody>
          <a:bodyPr lIns="154305" tIns="77153" rIns="154305" bIns="77153" anchor="ctr"/>
          <a:lstStyle>
            <a:defPPr>
              <a:defRPr kern="1200"/>
            </a:defPPr>
          </a:lstStyle>
          <a:p>
            <a:pPr algn="ctr" defTabSz="3527822">
              <a:lnSpc>
                <a:spcPct val="90000"/>
              </a:lnSpc>
            </a:pPr>
            <a:endParaRPr lang="en-US" sz="3675" i="1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4264D35B-B8F4-4A85-9FEE-EA091C5FF1BF}"/>
              </a:ext>
            </a:extLst>
          </p:cNvPr>
          <p:cNvSpPr txBox="1"/>
          <p:nvPr/>
        </p:nvSpPr>
        <p:spPr>
          <a:xfrm>
            <a:off x="2743200" y="752476"/>
            <a:ext cx="27432000" cy="220308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defPPr>
              <a:defRPr kern="1200"/>
            </a:defPPr>
            <a:lvl1pPr marL="0" marR="0" indent="0" algn="l" defTabSz="37830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 sz="6000" kern="1200" baseline="0">
                <a:solidFill>
                  <a:schemeClr val="tx2"/>
                </a:solidFill>
                <a:latin typeface="Franklin Gothic Heavy" pitchFamily="34" charset="0"/>
                <a:ea typeface="+mn-ea"/>
                <a:cs typeface="+mn-cs"/>
              </a:defRPr>
            </a:lvl1pPr>
            <a:lvl2pPr marL="1880543" indent="0" algn="l" defTabSz="3761086" rtl="0" eaLnBrk="1" latinLnBrk="0" hangingPunct="1">
              <a:spcBef>
                <a:spcPct val="20000"/>
              </a:spcBef>
              <a:buFontTx/>
              <a:buNone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61086" indent="0" algn="l" defTabSz="3761086" rtl="0" eaLnBrk="1" latinLnBrk="0" hangingPunct="1">
              <a:spcBef>
                <a:spcPct val="20000"/>
              </a:spcBef>
              <a:buFontTx/>
              <a:buNone/>
              <a:defRPr sz="9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41629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22172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42988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223531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104074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984617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820815">
              <a:spcBef>
                <a:spcPct val="20000"/>
              </a:spcBef>
              <a:defRPr/>
            </a:pPr>
            <a:r>
              <a:rPr lang="en-US" sz="6400" dirty="0">
                <a:solidFill>
                  <a:schemeClr val="bg1"/>
                </a:solidFill>
                <a:latin typeface="Amaranth" panose="02000503050000020004" pitchFamily="2" charset="0"/>
              </a:rPr>
              <a:t>Project Title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ED235A1B-42BF-4F24-80BC-47A0B3B251F1}"/>
              </a:ext>
            </a:extLst>
          </p:cNvPr>
          <p:cNvSpPr txBox="1"/>
          <p:nvPr/>
        </p:nvSpPr>
        <p:spPr>
          <a:xfrm>
            <a:off x="2758440" y="2484983"/>
            <a:ext cx="27432000" cy="219752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kern="1200"/>
            </a:defPPr>
            <a:lvl1pPr marL="0" marR="0" indent="0" algn="l" defTabSz="37610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defRPr sz="6000" kern="1200" baseline="0">
                <a:solidFill>
                  <a:schemeClr val="tx2"/>
                </a:solidFill>
                <a:latin typeface="Franklin Gothic Heavy" pitchFamily="34" charset="0"/>
                <a:ea typeface="+mn-ea"/>
                <a:cs typeface="+mn-cs"/>
              </a:defRPr>
            </a:lvl1pPr>
            <a:lvl2pPr marL="1880543" indent="0" algn="l" defTabSz="3761086" rtl="0" eaLnBrk="1" latinLnBrk="0" hangingPunct="1">
              <a:spcBef>
                <a:spcPct val="20000"/>
              </a:spcBef>
              <a:buFontTx/>
              <a:buNone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61086" indent="0" algn="l" defTabSz="3761086" rtl="0" eaLnBrk="1" latinLnBrk="0" hangingPunct="1">
              <a:spcBef>
                <a:spcPct val="20000"/>
              </a:spcBef>
              <a:buFontTx/>
              <a:buNone/>
              <a:defRPr sz="9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41629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22172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42988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223531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104074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984617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tr-TR" sz="4200" dirty="0">
                <a:solidFill>
                  <a:schemeClr val="bg1"/>
                </a:solidFill>
                <a:latin typeface="Titillium Web" panose="00000500000000000000" pitchFamily="2" charset="0"/>
                <a:cs typeface="Arial" pitchFamily="34" charset="0"/>
              </a:rPr>
              <a:t>Doğukan Meral, Hamza Onur Karagür</a:t>
            </a:r>
            <a:endParaRPr lang="en-US" sz="4200" dirty="0">
              <a:solidFill>
                <a:schemeClr val="bg1"/>
              </a:solidFill>
              <a:latin typeface="Titillium Web" panose="00000500000000000000" pitchFamily="2" charset="0"/>
              <a:cs typeface="Arial" pitchFamily="34" charset="0"/>
            </a:endParaRPr>
          </a:p>
          <a:p>
            <a:pPr algn="ctr">
              <a:defRPr/>
            </a:pPr>
            <a:r>
              <a:rPr lang="en-US" sz="4200" dirty="0">
                <a:solidFill>
                  <a:schemeClr val="bg1"/>
                </a:solidFill>
                <a:latin typeface="Titillium Web" panose="00000500000000000000" pitchFamily="2" charset="0"/>
                <a:cs typeface="Arial" pitchFamily="34" charset="0"/>
              </a:rPr>
              <a:t>Supervisor: </a:t>
            </a:r>
            <a:r>
              <a:rPr lang="tr-TR" sz="4200" dirty="0">
                <a:solidFill>
                  <a:schemeClr val="bg1"/>
                </a:solidFill>
                <a:latin typeface="Titillium Web" panose="00000500000000000000" pitchFamily="2" charset="0"/>
                <a:cs typeface="Arial" pitchFamily="34" charset="0"/>
              </a:rPr>
              <a:t>Dr. Öğr. Üyesi Aytun Onay</a:t>
            </a:r>
            <a:endParaRPr lang="en-US" sz="4200" dirty="0">
              <a:solidFill>
                <a:schemeClr val="bg1"/>
              </a:solidFill>
              <a:latin typeface="Titillium Web" panose="00000500000000000000" pitchFamily="2" charset="0"/>
              <a:cs typeface="Arial" pitchFamily="34" charset="0"/>
            </a:endParaRPr>
          </a:p>
          <a:p>
            <a:pPr algn="ctr">
              <a:defRPr/>
            </a:pPr>
            <a:r>
              <a:rPr lang="tr-TR" sz="4200" dirty="0">
                <a:solidFill>
                  <a:schemeClr val="bg1"/>
                </a:solidFill>
                <a:latin typeface="Titillium Web" panose="00000500000000000000" pitchFamily="2" charset="0"/>
                <a:cs typeface="Arial" pitchFamily="34" charset="0"/>
              </a:rPr>
              <a:t>Software Engineering</a:t>
            </a:r>
            <a:endParaRPr lang="en-US" sz="4200" dirty="0">
              <a:solidFill>
                <a:schemeClr val="bg1"/>
              </a:solidFill>
              <a:latin typeface="Titillium Web" panose="00000500000000000000" pitchFamily="2" charset="0"/>
              <a:cs typeface="Arial" pitchFamily="34" charset="0"/>
            </a:endParaRPr>
          </a:p>
        </p:txBody>
      </p:sp>
      <p:sp>
        <p:nvSpPr>
          <p:cNvPr id="23" name="TextBox 19">
            <a:extLst>
              <a:ext uri="{FF2B5EF4-FFF2-40B4-BE49-F238E27FC236}">
                <a16:creationId xmlns:a16="http://schemas.microsoft.com/office/drawing/2014/main" id="{9247D261-80E6-4008-A48F-EE2502170D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81903" y="7393924"/>
            <a:ext cx="15191087" cy="314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4" tIns="34282" rIns="68564" bIns="34282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r>
              <a:rPr lang="tr-TR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en-GB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Build a machine learning-driven framework to automatically optimize </a:t>
            </a:r>
            <a:r>
              <a:rPr lang="en-GB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BPF</a:t>
            </a:r>
            <a:r>
              <a:rPr lang="en-GB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-based CPU scheduler configurations for Linux </a:t>
            </a:r>
            <a:r>
              <a:rPr lang="tr-TR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’</a:t>
            </a:r>
            <a:r>
              <a:rPr lang="en-GB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sched_ext</a:t>
            </a:r>
            <a:r>
              <a:rPr lang="tr-TR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’.</a:t>
            </a:r>
            <a:endParaRPr lang="en-GB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tr-TR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en-GB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Enable adaptive performance tuning across multiple workload types</a:t>
            </a:r>
            <a:r>
              <a:rPr lang="tr-TR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GB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9" name="TextBox 19">
            <a:extLst>
              <a:ext uri="{FF2B5EF4-FFF2-40B4-BE49-F238E27FC236}">
                <a16:creationId xmlns:a16="http://schemas.microsoft.com/office/drawing/2014/main" id="{61C38A20-F85F-4744-B6CC-BB3A406630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47664" y="17877978"/>
            <a:ext cx="15191087" cy="314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4" tIns="34282" rIns="68564" bIns="34282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r>
              <a:rPr lang="tr-TR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en-GB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Benchmarked 8+ scheduler variants across 3 workload categories</a:t>
            </a:r>
            <a:r>
              <a:rPr lang="tr-TR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GB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tr-TR" sz="4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en-GB" sz="4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Demonstrated </a:t>
            </a:r>
            <a:r>
              <a:rPr lang="en-GB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measurable performance improvements through adaptive configuration</a:t>
            </a:r>
            <a:r>
              <a:rPr lang="tr-TR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GB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tr-TR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en-GB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Delivered a reproducible testing environment with automated data collection and analysis</a:t>
            </a:r>
            <a:r>
              <a:rPr lang="tr-TR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GB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0612D98-8CC2-49F8-A99E-AB78EC62B5C9}"/>
              </a:ext>
            </a:extLst>
          </p:cNvPr>
          <p:cNvGrpSpPr/>
          <p:nvPr/>
        </p:nvGrpSpPr>
        <p:grpSpPr>
          <a:xfrm>
            <a:off x="17335802" y="17002898"/>
            <a:ext cx="4610406" cy="923330"/>
            <a:chOff x="16737433" y="20746438"/>
            <a:chExt cx="4610406" cy="923330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D78A31B-3E41-4A83-94E1-8D455D061FD9}"/>
                </a:ext>
              </a:extLst>
            </p:cNvPr>
            <p:cNvSpPr txBox="1"/>
            <p:nvPr/>
          </p:nvSpPr>
          <p:spPr>
            <a:xfrm>
              <a:off x="17110204" y="20746438"/>
              <a:ext cx="4237635" cy="923330"/>
            </a:xfrm>
            <a:prstGeom prst="rect">
              <a:avLst/>
            </a:prstGeom>
            <a:ln>
              <a:noFill/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205740" rIns="205740" rtlCol="0">
              <a:spAutoFit/>
            </a:bodyPr>
            <a:lstStyle/>
            <a:p>
              <a:pPr defTabSz="3526941">
                <a:defRPr/>
              </a:pPr>
              <a:r>
                <a:rPr lang="en-US" sz="5400" dirty="0">
                  <a:solidFill>
                    <a:srgbClr val="A33B3B"/>
                  </a:solidFill>
                  <a:latin typeface="Amaranth" panose="02000503050000020004" pitchFamily="2" charset="0"/>
                </a:rPr>
                <a:t>CONCLUSION</a:t>
              </a: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9B14B9E-7604-4C9B-B7A6-C71BF8AE4D20}"/>
                </a:ext>
              </a:extLst>
            </p:cNvPr>
            <p:cNvSpPr/>
            <p:nvPr/>
          </p:nvSpPr>
          <p:spPr bwMode="auto">
            <a:xfrm>
              <a:off x="16737433" y="20841002"/>
              <a:ext cx="365760" cy="457200"/>
            </a:xfrm>
            <a:prstGeom prst="rect">
              <a:avLst/>
            </a:prstGeom>
            <a:solidFill>
              <a:srgbClr val="A33B3B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3527822"/>
              <a:endParaRPr lang="en-US" sz="5400">
                <a:latin typeface="Arial" pitchFamily="34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A096A69-5FBA-4B3E-B2FA-B60352F811A7}"/>
              </a:ext>
            </a:extLst>
          </p:cNvPr>
          <p:cNvGrpSpPr/>
          <p:nvPr/>
        </p:nvGrpSpPr>
        <p:grpSpPr>
          <a:xfrm>
            <a:off x="16881904" y="5867412"/>
            <a:ext cx="4177445" cy="923330"/>
            <a:chOff x="16744443" y="5867412"/>
            <a:chExt cx="4177445" cy="923330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A18A5CA-EAF8-4A0C-91E3-652892D85424}"/>
                </a:ext>
              </a:extLst>
            </p:cNvPr>
            <p:cNvSpPr txBox="1"/>
            <p:nvPr/>
          </p:nvSpPr>
          <p:spPr>
            <a:xfrm>
              <a:off x="17110204" y="5867412"/>
              <a:ext cx="3811684" cy="923330"/>
            </a:xfrm>
            <a:prstGeom prst="rect">
              <a:avLst/>
            </a:prstGeom>
            <a:ln>
              <a:noFill/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205740" rIns="205740" rtlCol="0">
              <a:spAutoFit/>
            </a:bodyPr>
            <a:lstStyle/>
            <a:p>
              <a:pPr defTabSz="3526941">
                <a:defRPr/>
              </a:pPr>
              <a:r>
                <a:rPr lang="tr-TR" sz="5400" dirty="0">
                  <a:solidFill>
                    <a:srgbClr val="679955"/>
                  </a:solidFill>
                  <a:latin typeface="Amaranth" panose="02000503050000020004" pitchFamily="2" charset="0"/>
                </a:rPr>
                <a:t>OBJECTIVES</a:t>
              </a:r>
              <a:endParaRPr lang="en-US" sz="5400" dirty="0">
                <a:solidFill>
                  <a:srgbClr val="679955"/>
                </a:solidFill>
                <a:latin typeface="Amaranth" panose="02000503050000020004" pitchFamily="2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DBBCF0F-8115-4C70-A694-F428A5C95969}"/>
                </a:ext>
              </a:extLst>
            </p:cNvPr>
            <p:cNvSpPr/>
            <p:nvPr/>
          </p:nvSpPr>
          <p:spPr bwMode="auto">
            <a:xfrm>
              <a:off x="16744443" y="5961977"/>
              <a:ext cx="365760" cy="457200"/>
            </a:xfrm>
            <a:prstGeom prst="rect">
              <a:avLst/>
            </a:prstGeom>
            <a:solidFill>
              <a:srgbClr val="67995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3527822"/>
              <a:endParaRPr lang="en-US" sz="3600">
                <a:latin typeface="Arial" pitchFamily="34" charset="0"/>
              </a:endParaRPr>
            </a:p>
          </p:txBody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B259D497-80B4-4EAC-8538-8496595AAF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547" y="7454217"/>
            <a:ext cx="15191087" cy="4745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4" tIns="34282" rIns="68564" bIns="34282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tr-TR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Linux CPU schedulers require optimal configuration to balance performance across diverse workloads. Manual tuning is inefficient and non-adaptive to changing system conditions. Our objective is to develop a machine learning-driven framework to automatically optimize BPF-based CPU scheduler configurations for Linux sched_ext, enabling adaptive performance across multiple workload types.</a:t>
            </a:r>
            <a:endParaRPr 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F33093B-2117-4555-8D8B-9923DC2B55F0}"/>
              </a:ext>
            </a:extLst>
          </p:cNvPr>
          <p:cNvGrpSpPr/>
          <p:nvPr/>
        </p:nvGrpSpPr>
        <p:grpSpPr>
          <a:xfrm>
            <a:off x="845409" y="5867404"/>
            <a:ext cx="7331125" cy="923330"/>
            <a:chOff x="822963" y="5867404"/>
            <a:chExt cx="7331125" cy="923330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7220CD8-CD1F-4561-B6F6-872F8B351FDE}"/>
                </a:ext>
              </a:extLst>
            </p:cNvPr>
            <p:cNvSpPr txBox="1"/>
            <p:nvPr/>
          </p:nvSpPr>
          <p:spPr>
            <a:xfrm>
              <a:off x="1188720" y="5867404"/>
              <a:ext cx="6965368" cy="923330"/>
            </a:xfrm>
            <a:prstGeom prst="rect">
              <a:avLst/>
            </a:prstGeom>
            <a:ln>
              <a:noFill/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205740" rIns="205740" rtlCol="0">
              <a:spAutoFit/>
            </a:bodyPr>
            <a:lstStyle/>
            <a:p>
              <a:pPr defTabSz="3526941">
                <a:defRPr/>
              </a:pPr>
              <a:r>
                <a:rPr lang="tr-TR" sz="5400" dirty="0">
                  <a:solidFill>
                    <a:srgbClr val="6E4D99"/>
                  </a:solidFill>
                  <a:latin typeface="Amaranth" panose="02000503050000020004" pitchFamily="2" charset="0"/>
                </a:rPr>
                <a:t>PROJECT DESCRIPTION</a:t>
              </a:r>
              <a:endParaRPr lang="en-US" sz="5400" dirty="0">
                <a:solidFill>
                  <a:srgbClr val="6E4D99"/>
                </a:solidFill>
                <a:latin typeface="Amaranth" panose="02000503050000020004" pitchFamily="2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69B7A80-A037-4811-AA81-3FB99CEB6B45}"/>
                </a:ext>
              </a:extLst>
            </p:cNvPr>
            <p:cNvSpPr/>
            <p:nvPr/>
          </p:nvSpPr>
          <p:spPr bwMode="auto">
            <a:xfrm>
              <a:off x="822963" y="5948195"/>
              <a:ext cx="365760" cy="457200"/>
            </a:xfrm>
            <a:prstGeom prst="rect">
              <a:avLst/>
            </a:prstGeom>
            <a:solidFill>
              <a:srgbClr val="6E4D99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3527822"/>
              <a:endParaRPr lang="en-US" sz="3600">
                <a:latin typeface="Arial" pitchFamily="34" charset="0"/>
              </a:endParaRPr>
            </a:p>
          </p:txBody>
        </p:sp>
      </p:grpSp>
      <p:pic>
        <p:nvPicPr>
          <p:cNvPr id="20" name="Picture 7" descr="Turkish Aeronautical Association University Logo">
            <a:extLst>
              <a:ext uri="{FF2B5EF4-FFF2-40B4-BE49-F238E27FC236}">
                <a16:creationId xmlns:a16="http://schemas.microsoft.com/office/drawing/2014/main" id="{D96F3449-F80F-BC02-F746-D18EF628A1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7785" y="960110"/>
            <a:ext cx="3657600" cy="3400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7" descr="Turkish Aeronautical Association University Logo">
            <a:extLst>
              <a:ext uri="{FF2B5EF4-FFF2-40B4-BE49-F238E27FC236}">
                <a16:creationId xmlns:a16="http://schemas.microsoft.com/office/drawing/2014/main" id="{8A388561-D33F-2FB6-DE17-C868A77DD2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40913" y="960109"/>
            <a:ext cx="3657600" cy="3400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6">
            <a:extLst>
              <a:ext uri="{FF2B5EF4-FFF2-40B4-BE49-F238E27FC236}">
                <a16:creationId xmlns:a16="http://schemas.microsoft.com/office/drawing/2014/main" id="{1DA8C840-4C22-77BC-4013-BAE635D6B37D}"/>
              </a:ext>
            </a:extLst>
          </p:cNvPr>
          <p:cNvSpPr txBox="1"/>
          <p:nvPr/>
        </p:nvSpPr>
        <p:spPr>
          <a:xfrm>
            <a:off x="13092244" y="-19786"/>
            <a:ext cx="75793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2400" dirty="0">
                <a:latin typeface="Montserrat Light" panose="000004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University of Turkish Aeronautical Association</a:t>
            </a: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9096A663-515F-4B09-9356-68A22A579BA9}"/>
              </a:ext>
            </a:extLst>
          </p:cNvPr>
          <p:cNvSpPr txBox="1"/>
          <p:nvPr/>
        </p:nvSpPr>
        <p:spPr>
          <a:xfrm>
            <a:off x="1211166" y="23724603"/>
            <a:ext cx="29573634" cy="30623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tr-TR" sz="4000" b="1" i="1" dirty="0">
                <a:solidFill>
                  <a:srgbClr val="FF0000"/>
                </a:solidFill>
              </a:rPr>
              <a:t>NOTE</a:t>
            </a:r>
          </a:p>
          <a:p>
            <a:r>
              <a:rPr lang="en-US" sz="3600" dirty="0">
                <a:solidFill>
                  <a:srgbClr val="FF0000"/>
                </a:solidFill>
              </a:rPr>
              <a:t>This is a customizable template. </a:t>
            </a:r>
            <a:r>
              <a:rPr lang="tr-TR" sz="3600" dirty="0" err="1">
                <a:solidFill>
                  <a:srgbClr val="FF0000"/>
                </a:solidFill>
              </a:rPr>
              <a:t>Students</a:t>
            </a:r>
            <a:r>
              <a:rPr lang="en-US" sz="3600" dirty="0">
                <a:solidFill>
                  <a:srgbClr val="FF0000"/>
                </a:solidFill>
              </a:rPr>
              <a:t> </a:t>
            </a:r>
            <a:r>
              <a:rPr lang="tr-TR" sz="3600" dirty="0">
                <a:solidFill>
                  <a:srgbClr val="FF0000"/>
                </a:solidFill>
              </a:rPr>
              <a:t>can </a:t>
            </a:r>
            <a:r>
              <a:rPr lang="en-US" sz="3600" dirty="0">
                <a:solidFill>
                  <a:srgbClr val="FF0000"/>
                </a:solidFill>
              </a:rPr>
              <a:t>modify the sections, colors, writing fonts, and layout to suit their preferences and the requirements of their research. Feel free to add or remove sections as needed. </a:t>
            </a:r>
            <a:r>
              <a:rPr lang="en-US" sz="3600" u="sng" dirty="0">
                <a:solidFill>
                  <a:srgbClr val="FF0000"/>
                </a:solidFill>
              </a:rPr>
              <a:t>The content provided here is for illustrative purposes only and can be changed to better fit the author's research and presentation style</a:t>
            </a:r>
            <a:r>
              <a:rPr lang="tr-TR" sz="3600" u="sng" dirty="0">
                <a:solidFill>
                  <a:srgbClr val="FF0000"/>
                </a:solidFill>
              </a:rPr>
              <a:t>.</a:t>
            </a:r>
            <a:endParaRPr lang="tr-TR" sz="2400" u="sng" dirty="0">
              <a:solidFill>
                <a:srgbClr val="FF0000"/>
              </a:solidFill>
            </a:endParaRPr>
          </a:p>
          <a:p>
            <a:endParaRPr lang="tr-TR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C6A8C6E-6DED-F536-6DEC-24E5488DCB58}"/>
              </a:ext>
            </a:extLst>
          </p:cNvPr>
          <p:cNvGrpSpPr/>
          <p:nvPr/>
        </p:nvGrpSpPr>
        <p:grpSpPr>
          <a:xfrm>
            <a:off x="845409" y="13248040"/>
            <a:ext cx="3765214" cy="923330"/>
            <a:chOff x="822963" y="5867404"/>
            <a:chExt cx="3765214" cy="92333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4395DBB-C7BA-B349-8C01-C2DDB0DFA19E}"/>
                </a:ext>
              </a:extLst>
            </p:cNvPr>
            <p:cNvSpPr txBox="1"/>
            <p:nvPr/>
          </p:nvSpPr>
          <p:spPr>
            <a:xfrm>
              <a:off x="1188720" y="5867404"/>
              <a:ext cx="3399457" cy="923330"/>
            </a:xfrm>
            <a:prstGeom prst="rect">
              <a:avLst/>
            </a:prstGeom>
            <a:ln>
              <a:noFill/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205740" rIns="205740" rtlCol="0">
              <a:spAutoFit/>
            </a:bodyPr>
            <a:lstStyle/>
            <a:p>
              <a:pPr defTabSz="3526941">
                <a:defRPr/>
              </a:pPr>
              <a:r>
                <a:rPr lang="tr-TR" sz="54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Amaranth" panose="02000503050000020004" pitchFamily="2" charset="0"/>
                </a:rPr>
                <a:t>METHODS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Amaranth" panose="02000503050000020004" pitchFamily="2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A5692EE-B1AD-4E91-CF92-60B4C54F9CCC}"/>
                </a:ext>
              </a:extLst>
            </p:cNvPr>
            <p:cNvSpPr/>
            <p:nvPr/>
          </p:nvSpPr>
          <p:spPr bwMode="auto">
            <a:xfrm>
              <a:off x="822963" y="5948195"/>
              <a:ext cx="36576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3527822"/>
              <a:endParaRPr lang="en-US" sz="36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</a:endParaRPr>
            </a:p>
          </p:txBody>
        </p:sp>
      </p:grpSp>
      <p:sp>
        <p:nvSpPr>
          <p:cNvPr id="9" name="TextBox 19">
            <a:extLst>
              <a:ext uri="{FF2B5EF4-FFF2-40B4-BE49-F238E27FC236}">
                <a16:creationId xmlns:a16="http://schemas.microsoft.com/office/drawing/2014/main" id="{469EAF54-4D61-8580-D844-912E9ECD85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896" y="14679719"/>
            <a:ext cx="15191087" cy="4993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4" tIns="34282" rIns="68564" bIns="34282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r>
              <a:rPr lang="en-GB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Implemented multiple </a:t>
            </a:r>
            <a:r>
              <a:rPr lang="en-GB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BPF</a:t>
            </a:r>
            <a:r>
              <a:rPr lang="en-GB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-based schedulers using </a:t>
            </a:r>
            <a:r>
              <a:rPr lang="en-GB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libbpf</a:t>
            </a:r>
            <a:r>
              <a:rPr lang="en-GB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kernel tracing</a:t>
            </a:r>
          </a:p>
          <a:p>
            <a:r>
              <a:rPr lang="en-GB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Collected performance metrics across diverse workloads (git compilation, PostgreSQL benchmarks, gaming)</a:t>
            </a:r>
          </a:p>
          <a:p>
            <a:r>
              <a:rPr lang="en-GB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Generated comprehensive datasets with CPU utilization, latency, and timing histograms</a:t>
            </a:r>
          </a:p>
          <a:p>
            <a:r>
              <a:rPr lang="en-GB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Applied machine learning techniques to identify optimal scheduler configurations</a:t>
            </a: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2.04.14"/>
  <p:tag name="AS_TITLE" val="Aspose.Slides for .NET 4.0 Client Profile"/>
  <p:tag name="AS_VERSION" val="22.4"/>
  <p:tag name="POSTERNERDTEMPLATE" val="debatingdenim|08-2022"/>
</p:tagLst>
</file>

<file path=ppt/theme/theme1.xml><?xml version="1.0" encoding="utf-8"?>
<a:theme xmlns:a="http://schemas.openxmlformats.org/drawingml/2006/main" name="Default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 Desig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7037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5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7037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5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e9bba26-c7b2-4a27-a3ac-cd76b284cae0">
      <Terms xmlns="http://schemas.microsoft.com/office/infopath/2007/PartnerControls"/>
    </lcf76f155ced4ddcb4097134ff3c332f>
    <TaxCatchAll xmlns="f76e5be2-97eb-4a1b-ab44-72f8057eaa9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A2D9663D32F195478084E660A9F44C9E" ma:contentTypeVersion="10" ma:contentTypeDescription="Yeni belge oluşturun." ma:contentTypeScope="" ma:versionID="6d98bf1c7ffb5fb69278a9c6338486c7">
  <xsd:schema xmlns:xsd="http://www.w3.org/2001/XMLSchema" xmlns:xs="http://www.w3.org/2001/XMLSchema" xmlns:p="http://schemas.microsoft.com/office/2006/metadata/properties" xmlns:ns2="7e9bba26-c7b2-4a27-a3ac-cd76b284cae0" xmlns:ns3="f76e5be2-97eb-4a1b-ab44-72f8057eaa93" targetNamespace="http://schemas.microsoft.com/office/2006/metadata/properties" ma:root="true" ma:fieldsID="508632a5764188408bb22ca1c81e76c3" ns2:_="" ns3:_="">
    <xsd:import namespace="7e9bba26-c7b2-4a27-a3ac-cd76b284cae0"/>
    <xsd:import namespace="f76e5be2-97eb-4a1b-ab44-72f8057eaa9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9bba26-c7b2-4a27-a3ac-cd76b284ca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Resim Etiketleri" ma:readOnly="false" ma:fieldId="{5cf76f15-5ced-4ddc-b409-7134ff3c332f}" ma:taxonomyMulti="true" ma:sspId="cb45cfc6-cda2-484b-ba56-93f10201226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6e5be2-97eb-4a1b-ab44-72f8057eaa9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63e7a43-950c-4071-897c-2476f0563480}" ma:internalName="TaxCatchAll" ma:showField="CatchAllData" ma:web="f76e5be2-97eb-4a1b-ab44-72f8057eaa9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D1AFEC2-01E4-469A-ACC5-AEBE441405A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E69D243-DBC8-4766-A43A-43C1845F72B7}">
  <ds:schemaRefs>
    <ds:schemaRef ds:uri="http://schemas.microsoft.com/office/2006/metadata/properties"/>
    <ds:schemaRef ds:uri="http://schemas.microsoft.com/office/infopath/2007/PartnerControls"/>
    <ds:schemaRef ds:uri="7e9bba26-c7b2-4a27-a3ac-cd76b284cae0"/>
    <ds:schemaRef ds:uri="f76e5be2-97eb-4a1b-ab44-72f8057eaa93"/>
  </ds:schemaRefs>
</ds:datastoreItem>
</file>

<file path=customXml/itemProps3.xml><?xml version="1.0" encoding="utf-8"?>
<ds:datastoreItem xmlns:ds="http://schemas.openxmlformats.org/officeDocument/2006/customXml" ds:itemID="{E313273B-2550-468A-8D3C-8EF0BB816C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e9bba26-c7b2-4a27-a3ac-cd76b284cae0"/>
    <ds:schemaRef ds:uri="f76e5be2-97eb-4a1b-ab44-72f8057eaa9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259</Words>
  <Application>Microsoft Office PowerPoint</Application>
  <PresentationFormat>Custom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Amaranth</vt:lpstr>
      <vt:lpstr>Titillium Web</vt:lpstr>
      <vt:lpstr>Tahoma</vt:lpstr>
      <vt:lpstr>Montserrat Light</vt:lpstr>
      <vt:lpstr>Arial</vt:lpstr>
      <vt:lpstr>Default Design</vt:lpstr>
      <vt:lpstr>PowerPoint Presentation</vt:lpstr>
    </vt:vector>
  </TitlesOfParts>
  <Company>Graphicsland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research poster</dc:title>
  <dc:subject>Free Poster Presentation Example</dc:subject>
  <dc:creator>Graphicsland/MakeSigns.com</dc:creator>
  <cp:keywords>scientific, research, template, custom, poster, presentation, symposium, printing, PowerPoint, create, design, example, sample, download</cp:keywords>
  <dc:description>We offer free PowerPoint poster templates to help you design your very own scientific poster presentation.</dc:description>
  <cp:lastModifiedBy>Onur Karagür</cp:lastModifiedBy>
  <cp:revision>41</cp:revision>
  <dcterms:modified xsi:type="dcterms:W3CDTF">2026-05-30T20:05:59Z</dcterms:modified>
  <cp:category>templates for scientific poster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0x010100A2D9663D32F195478084E660A9F44C9E</vt:lpwstr>
  </property>
</Properties>
</file>